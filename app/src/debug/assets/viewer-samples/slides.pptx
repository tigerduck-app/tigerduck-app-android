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sz="4000"/>
              <a:t>TigerDuck viewer sample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Slide 1 of 2, written by hand.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sz="4000"/>
              <a:t>第二張投影片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Slide 2 of 2: 中文文字。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F97316"/>
      </a:accent2>
      <a:accent3>
        <a:srgbClr val="16A34A"/>
      </a:accent3>
      <a:accent4>
        <a:srgbClr val="9333EA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Samp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a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